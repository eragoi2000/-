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Host Grotesk Medium" panose="020B0604020202020204" charset="0"/>
      <p:regular r:id="rId17"/>
    </p:embeddedFont>
    <p:embeddedFont>
      <p:font typeface="Roboto" pitchFamily="2" charset="0"/>
      <p:regular r:id="rId18"/>
      <p:bold r:id="rId19"/>
      <p:italic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803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7.jpe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3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40543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Қолжазба мәтінді 99.9% дәлдікпен тану: Gemini 2.5 Pro + Flask + Pinggy веб-сервисі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598432"/>
            <a:ext cx="7556421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Бұл презентация Google-дың ең озық Gemini 2.5 Pro жасанды интеллект моделін қолдана отырып, қолжазба мәтінді танудың бірегей веб-сервисін ұсынады. Біз мұны қалай жасағанымызды және оның неліктен маңызды екенін көрсетеміз.</a:t>
            </a:r>
            <a:endParaRPr lang="en-US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0D9737-343C-8C38-4151-EADBA1B93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7009" y="7680912"/>
            <a:ext cx="168416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81633"/>
            <a:ext cx="492513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Жобаның негізгі мақсаты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80190" y="1475423"/>
            <a:ext cx="7556421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Біздің жобаның басты мақсаты – кез келген қолжазба мәтінді, оның жазылу сапасына қарамастан, жоғары дәлдікпен тани алатын толыққанды веб-сайт жасау. Бұл шешім серверлік инфрақұрылымды қажет етпейді және кез келген жерден қолжетімді болады.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2889290"/>
            <a:ext cx="3679031" cy="2527816"/>
          </a:xfrm>
          <a:prstGeom prst="roundRect">
            <a:avLst>
              <a:gd name="adj" fmla="val 329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168" y="3095268"/>
            <a:ext cx="595313" cy="59531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9879" y="3258860"/>
            <a:ext cx="267891" cy="2678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86168" y="38889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Суретті жүктеу</a:t>
            </a:r>
            <a:endParaRPr lang="en-US" sz="2000" b="1" dirty="0"/>
          </a:p>
        </p:txBody>
      </p:sp>
      <p:sp>
        <p:nvSpPr>
          <p:cNvPr id="9" name="Text 4"/>
          <p:cNvSpPr/>
          <p:nvPr/>
        </p:nvSpPr>
        <p:spPr>
          <a:xfrm>
            <a:off x="6486168" y="4318159"/>
            <a:ext cx="326707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Телефоннан қолжазба жазылған суретті жүктеп саласыз.</a:t>
            </a:r>
            <a:endParaRPr lang="en-US" sz="2000" dirty="0"/>
          </a:p>
        </p:txBody>
      </p:sp>
      <p:sp>
        <p:nvSpPr>
          <p:cNvPr id="10" name="Shape 5"/>
          <p:cNvSpPr/>
          <p:nvPr/>
        </p:nvSpPr>
        <p:spPr>
          <a:xfrm>
            <a:off x="10157579" y="2889290"/>
            <a:ext cx="3679031" cy="2527816"/>
          </a:xfrm>
          <a:prstGeom prst="roundRect">
            <a:avLst>
              <a:gd name="adj" fmla="val 329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3557" y="3001311"/>
            <a:ext cx="595313" cy="595313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27268" y="3258860"/>
            <a:ext cx="267891" cy="26789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363557" y="37338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Мінсіз тану</a:t>
            </a:r>
            <a:endParaRPr lang="en-US" sz="2000" b="1" dirty="0"/>
          </a:p>
        </p:txBody>
      </p:sp>
      <p:sp>
        <p:nvSpPr>
          <p:cNvPr id="14" name="Text 7"/>
          <p:cNvSpPr/>
          <p:nvPr/>
        </p:nvSpPr>
        <p:spPr>
          <a:xfrm>
            <a:off x="10363557" y="4196820"/>
            <a:ext cx="3267075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3-6 секундта мінсіз танылған мәтінді аласыз (қазақша, орысша, ағылшынша).</a:t>
            </a:r>
            <a:endParaRPr lang="en-US" sz="2000" dirty="0"/>
          </a:p>
        </p:txBody>
      </p:sp>
      <p:sp>
        <p:nvSpPr>
          <p:cNvPr id="15" name="Shape 8"/>
          <p:cNvSpPr/>
          <p:nvPr/>
        </p:nvSpPr>
        <p:spPr>
          <a:xfrm>
            <a:off x="6280190" y="5615464"/>
            <a:ext cx="7556421" cy="1932503"/>
          </a:xfrm>
          <a:prstGeom prst="roundRect">
            <a:avLst>
              <a:gd name="adj" fmla="val 4314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168" y="5821442"/>
            <a:ext cx="595313" cy="595313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49879" y="5985034"/>
            <a:ext cx="267891" cy="267891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486168" y="66151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Инфрақұрылымсыз</a:t>
            </a:r>
            <a:endParaRPr lang="en-US" sz="2000" b="1" dirty="0"/>
          </a:p>
        </p:txBody>
      </p:sp>
      <p:sp>
        <p:nvSpPr>
          <p:cNvPr id="19" name="Text 10"/>
          <p:cNvSpPr/>
          <p:nvPr/>
        </p:nvSpPr>
        <p:spPr>
          <a:xfrm>
            <a:off x="6486168" y="7044333"/>
            <a:ext cx="714446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Сервер, хостинг мүлдем керек емес!</a:t>
            </a:r>
            <a:endParaRPr lang="en-US" sz="20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3F0CABA-C120-34C4-CEC1-29297E8E1C9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15022" y="7655772"/>
            <a:ext cx="168416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516612"/>
            <a:ext cx="7010162" cy="469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Gemini 2.5 Pro: Дәлдіктің жаңа деңгейі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751403" y="1361956"/>
            <a:ext cx="13127593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Біздің жүйеміздің негізінде Google-дың ең жаңа және ең қуатты Gemini 2.5 Pro моделі жатыр. Бұл модельдің арқасында қолжазба мәтінді тану дәлдігі әлемдегі ең жоғары деңгейге көтеріледі.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51403" y="2335316"/>
            <a:ext cx="7693223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Әлемдік деңгейдегі дәлдік: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Gemini 2.5 Pro адамның тану қабілетінен де асып түседі.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1403" y="2985438"/>
            <a:ext cx="7693223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Көптілді қолдау: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Қазақ, орыс, ағылшын тілдеріндегі мәтіндерді еш қиындықсыз таниды.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1403" y="3734954"/>
            <a:ext cx="7693223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Кең мүмкіндіктер: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Өте нашар жазылған немесе ескі </a:t>
            </a: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құжаттарды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kk-KZ" sz="20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200"/>
              </a:lnSpc>
              <a:buSzPct val="100000"/>
            </a:pP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өңдей алады.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1403" y="4602551"/>
            <a:ext cx="7693223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Үздіксіз жетілдіру: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Google-дың үздіксіз зерттеулері арқасында модель үнемі жаңартылып отырады.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52125" y="5996298"/>
            <a:ext cx="9017065" cy="457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Бұл модельдің мүмкіндіктері бізге бұрын қол </a:t>
            </a: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жетпеген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kk-KZ" sz="20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дәлдік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пен жылдамдықты қамтамасыз етеді.</a:t>
            </a:r>
            <a:endParaRPr lang="en-US" sz="20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6D77F67-290F-A5B7-E0AB-F91798EB7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5022" y="7655772"/>
            <a:ext cx="1684166" cy="54868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C6290F4-F01D-F947-BEE6-493318416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235" y="2709855"/>
            <a:ext cx="5150260" cy="290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4348" y="339804"/>
            <a:ext cx="3600807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Жүйенің жұмыс істеу схемасы</a:t>
            </a:r>
            <a:endParaRPr lang="en-US" sz="2000" b="1" dirty="0"/>
          </a:p>
        </p:txBody>
      </p:sp>
      <p:sp>
        <p:nvSpPr>
          <p:cNvPr id="4" name="Text 1"/>
          <p:cNvSpPr/>
          <p:nvPr/>
        </p:nvSpPr>
        <p:spPr>
          <a:xfrm>
            <a:off x="494348" y="834152"/>
            <a:ext cx="8155305" cy="18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Веб-сервистің жұмыс істеу принципі өте қарапайым және тиімді. Төменде оның қалай жүзеге асырылатыны көрсетілген схема берілген.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15" y="2067262"/>
            <a:ext cx="7601902" cy="58651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20641" y="4522353"/>
            <a:ext cx="1325821" cy="909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Жүйенің жұмыс схемасы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624904" y="6333736"/>
            <a:ext cx="1972395" cy="60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Flask сервері (Colab)</a:t>
            </a:r>
            <a:endParaRPr lang="en-US" sz="2000" b="1" dirty="0"/>
          </a:p>
        </p:txBody>
      </p:sp>
      <p:sp>
        <p:nvSpPr>
          <p:cNvPr id="8" name="Text 4"/>
          <p:cNvSpPr/>
          <p:nvPr/>
        </p:nvSpPr>
        <p:spPr>
          <a:xfrm>
            <a:off x="4624904" y="7026289"/>
            <a:ext cx="1972395" cy="485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Сервистік өңдеу мен API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07312" y="4393510"/>
            <a:ext cx="2015511" cy="60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Нәтижені қайтару</a:t>
            </a:r>
            <a:endParaRPr lang="en-US" sz="2000" b="1" dirty="0"/>
          </a:p>
        </p:txBody>
      </p:sp>
      <p:sp>
        <p:nvSpPr>
          <p:cNvPr id="10" name="Text 6"/>
          <p:cNvSpPr/>
          <p:nvPr/>
        </p:nvSpPr>
        <p:spPr>
          <a:xfrm>
            <a:off x="507312" y="5086062"/>
            <a:ext cx="2015511" cy="485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Өңделген мәтін пайдаланушыға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337298" y="6485316"/>
            <a:ext cx="1972395" cy="303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Gemini 2.5 Pro</a:t>
            </a:r>
            <a:endParaRPr lang="en-US" sz="2000" b="1" dirty="0"/>
          </a:p>
        </p:txBody>
      </p:sp>
      <p:sp>
        <p:nvSpPr>
          <p:cNvPr id="12" name="Text 8"/>
          <p:cNvSpPr/>
          <p:nvPr/>
        </p:nvSpPr>
        <p:spPr>
          <a:xfrm>
            <a:off x="1337298" y="6874709"/>
            <a:ext cx="1972395" cy="48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Текстті генерациялау және өңдеу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444110" y="4534311"/>
            <a:ext cx="2015511" cy="303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Pinggy туннелі</a:t>
            </a:r>
            <a:endParaRPr lang="en-US" sz="2000" b="1" dirty="0"/>
          </a:p>
        </p:txBody>
      </p:sp>
      <p:sp>
        <p:nvSpPr>
          <p:cNvPr id="14" name="Text 10"/>
          <p:cNvSpPr/>
          <p:nvPr/>
        </p:nvSpPr>
        <p:spPr>
          <a:xfrm>
            <a:off x="5444110" y="4923703"/>
            <a:ext cx="2015511" cy="485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Қауіпсіз қосылым маршруты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932595" y="2513242"/>
            <a:ext cx="2026290" cy="303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Пайдаланушы</a:t>
            </a:r>
            <a:endParaRPr lang="en-US" sz="2000" b="1" dirty="0"/>
          </a:p>
        </p:txBody>
      </p:sp>
      <p:sp>
        <p:nvSpPr>
          <p:cNvPr id="16" name="Text 12"/>
          <p:cNvSpPr/>
          <p:nvPr/>
        </p:nvSpPr>
        <p:spPr>
          <a:xfrm>
            <a:off x="2932595" y="2902634"/>
            <a:ext cx="2026290" cy="48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Қолданушы веб-браузер арқылы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5529336" y="1383966"/>
            <a:ext cx="8155305" cy="71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Кез келген адам интернеттен кіреді: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Пайдаланушы </a:t>
            </a: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веб-сайтқа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kk-KZ" sz="20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1450"/>
              </a:lnSpc>
              <a:buSzPct val="100000"/>
            </a:pP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кез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келген құрылғыдан қол жеткізе алады.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529337" y="2381520"/>
            <a:ext cx="7850998" cy="58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Pinggy туннелі: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0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https://abcde.pinggy.link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сияқты </a:t>
            </a: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сілтеме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kk-KZ" sz="20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1450"/>
              </a:lnSpc>
              <a:buSzPct val="100000"/>
            </a:pP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арқылы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Google Colab-қа қауіпсіз қосылым орнатылады.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529337" y="3171462"/>
            <a:ext cx="7285686" cy="54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Colab ішіндегі Flask-сервер: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Colab </a:t>
            </a: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ортасында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kk-KZ" sz="20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1450"/>
              </a:lnSpc>
              <a:buSzPct val="100000"/>
            </a:pP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орналасқан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Flask қосымшасы сұраныстарды қабылдайды.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8191514" y="4198252"/>
            <a:ext cx="7989894" cy="639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2.5 Pro: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Flask сервері жүктелген </a:t>
            </a: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суретті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kk-KZ" sz="20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1450"/>
              </a:lnSpc>
              <a:buSzPct val="100000"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Google-</a:t>
            </a: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дың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ең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kk-KZ" sz="20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1450"/>
              </a:lnSpc>
              <a:buSzPct val="100000"/>
            </a:pP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ақылды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ИИ-ы – Gemini 2.5 Pro моделіне жібереді.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191514" y="5313229"/>
            <a:ext cx="5721256" cy="80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Дайын мәтін 4 секундта қайтып келеді: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kk-KZ" sz="20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1450"/>
              </a:lnSpc>
              <a:buSzPct val="100000"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таныған мәтін </a:t>
            </a: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жылдам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kk-KZ" sz="20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1450"/>
              </a:lnSpc>
              <a:buSzPct val="100000"/>
            </a:pPr>
            <a:r>
              <a:rPr lang="en-US" sz="20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өңделіп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пайдаланушыға кері қайтарылады.</a:t>
            </a:r>
            <a:endParaRPr lang="en-US" sz="20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8D66474-EAB7-CF23-2FF0-A92747ED4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5022" y="7655772"/>
            <a:ext cx="168416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7241" y="541258"/>
            <a:ext cx="7569517" cy="983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Қажетті кітапханалар мен API интеграциясы</a:t>
            </a:r>
            <a:endParaRPr lang="en-US" sz="3050" b="1" dirty="0"/>
          </a:p>
        </p:txBody>
      </p:sp>
      <p:sp>
        <p:nvSpPr>
          <p:cNvPr id="4" name="Text 1"/>
          <p:cNvSpPr/>
          <p:nvPr/>
        </p:nvSpPr>
        <p:spPr>
          <a:xfrm>
            <a:off x="787241" y="1820347"/>
            <a:ext cx="7569517" cy="88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Жобаны іске қосу үшін негізгі екі Python кітапханасы қажет: Flask және google-generativeai. Бұл кітапханалардың орнатылуы және Gemini API-мен қосылу процесі өте жеңіл.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87241" y="3123962"/>
            <a:ext cx="3544729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1. Қажетті кітапханаларды орнату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87241" y="4083487"/>
            <a:ext cx="3544729" cy="1180505"/>
          </a:xfrm>
          <a:prstGeom prst="roundRect">
            <a:avLst>
              <a:gd name="adj" fmla="val 7003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777478" y="4083487"/>
            <a:ext cx="3564255" cy="1180505"/>
          </a:xfrm>
          <a:prstGeom prst="roundRect">
            <a:avLst>
              <a:gd name="adj" fmla="val 2501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974288" y="4231005"/>
            <a:ext cx="3170634" cy="88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flask google-generativeai -q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7241" y="5485328"/>
            <a:ext cx="3544729" cy="88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Flask: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Жеңіл және қуатты веб-қосымшалар жасауға арналған микро-фреймворк.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7241" y="6439614"/>
            <a:ext cx="3544729" cy="118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google-generativeai: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Google Gemini модельдерімен тікелей байланыс орнатуға мүмкіндік беретін ресми кітапхана.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19650" y="3123962"/>
            <a:ext cx="2952512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2. Gemini-ға қосылу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4819650" y="3714393"/>
            <a:ext cx="3544729" cy="1770817"/>
          </a:xfrm>
          <a:prstGeom prst="roundRect">
            <a:avLst>
              <a:gd name="adj" fmla="val 4668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4809887" y="3714393"/>
            <a:ext cx="3564255" cy="1770817"/>
          </a:xfrm>
          <a:prstGeom prst="roundRect">
            <a:avLst>
              <a:gd name="adj" fmla="val 1667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5006697" y="3861911"/>
            <a:ext cx="3170634" cy="147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GEMINI_API_KEY = "сіздің кілтіңіз"model = genai.GenerativeModel('gemini-2.5-pro')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19650" y="5706547"/>
            <a:ext cx="3544729" cy="177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Сіздің жеке API кілтіңізді пайдалану арқылы Gemini 2.5 Pro моделіне қауіпсіз қосылым орнатылады. Бұл модель қолжазбаны адамнан да жақсы оқи алатын 2025 жылғы ең соңғы және ең ақылды модель.</a:t>
            </a:r>
            <a:endParaRPr lang="en-US" sz="15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21119DB-8E77-BCE3-4806-AC0D7B9F9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952" y="943299"/>
            <a:ext cx="5923448" cy="197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8D51365-41BF-1627-BD20-7E8C6A8B1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552" y="4054317"/>
            <a:ext cx="457200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EE69E97-C0F5-52F2-FA84-94780EF5F6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5022" y="7655772"/>
            <a:ext cx="168416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3380423"/>
            <a:ext cx="881348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Интуитивті және тартымды веб-бет дизайны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4174212"/>
            <a:ext cx="130428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Пайдаланушы тәжірибесін жақсарту үшін біз қарапайым, бірақ функционалды әдемі веб-бет жасадық. Дизайн заманауи стандарттарға сай және қолдануға ыңғайлы.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5290423"/>
            <a:ext cx="4215289" cy="2039541"/>
          </a:xfrm>
          <a:prstGeom prst="roundRect">
            <a:avLst>
              <a:gd name="adj" fmla="val 5380"/>
            </a:avLst>
          </a:prstGeom>
          <a:solidFill>
            <a:srgbClr val="FAF9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267563"/>
            <a:ext cx="4215289" cy="914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778" y="4992767"/>
            <a:ext cx="595313" cy="595313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82372" y="5171361"/>
            <a:ext cx="238125" cy="2381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15008" y="57865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Үлкен аймақ</a:t>
            </a:r>
            <a:endParaRPr lang="en-US" sz="1950" dirty="0"/>
          </a:p>
        </p:txBody>
      </p:sp>
      <p:sp>
        <p:nvSpPr>
          <p:cNvPr id="10" name="Text 4"/>
          <p:cNvSpPr/>
          <p:nvPr/>
        </p:nvSpPr>
        <p:spPr>
          <a:xfrm>
            <a:off x="1015008" y="6215777"/>
            <a:ext cx="377285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Суретті апарып тастауға болатын ыңғайлы және үлкен аймақ.</a:t>
            </a:r>
            <a:endParaRPr lang="en-US" sz="1550" dirty="0"/>
          </a:p>
        </p:txBody>
      </p:sp>
      <p:sp>
        <p:nvSpPr>
          <p:cNvPr id="11" name="Shape 5"/>
          <p:cNvSpPr/>
          <p:nvPr/>
        </p:nvSpPr>
        <p:spPr>
          <a:xfrm>
            <a:off x="5207437" y="5290423"/>
            <a:ext cx="4215408" cy="2039541"/>
          </a:xfrm>
          <a:prstGeom prst="roundRect">
            <a:avLst>
              <a:gd name="adj" fmla="val 5380"/>
            </a:avLst>
          </a:prstGeom>
          <a:solidFill>
            <a:srgbClr val="FAF9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437" y="5267563"/>
            <a:ext cx="4215408" cy="9144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425" y="4992767"/>
            <a:ext cx="595313" cy="595313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6018" y="5171361"/>
            <a:ext cx="238125" cy="2381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428655" y="5786557"/>
            <a:ext cx="24875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Эстетикалық дизайн</a:t>
            </a:r>
            <a:endParaRPr lang="en-US" sz="1950" dirty="0"/>
          </a:p>
        </p:txBody>
      </p:sp>
      <p:sp>
        <p:nvSpPr>
          <p:cNvPr id="16" name="Text 7"/>
          <p:cNvSpPr/>
          <p:nvPr/>
        </p:nvSpPr>
        <p:spPr>
          <a:xfrm>
            <a:off x="5428655" y="6215777"/>
            <a:ext cx="377297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Көк дизайн, анимациялар және hover эффектілері көзді тартады.</a:t>
            </a:r>
            <a:endParaRPr lang="en-US" sz="1550" dirty="0"/>
          </a:p>
        </p:txBody>
      </p:sp>
      <p:sp>
        <p:nvSpPr>
          <p:cNvPr id="17" name="Shape 8"/>
          <p:cNvSpPr/>
          <p:nvPr/>
        </p:nvSpPr>
        <p:spPr>
          <a:xfrm>
            <a:off x="9621203" y="5290423"/>
            <a:ext cx="4215289" cy="2039541"/>
          </a:xfrm>
          <a:prstGeom prst="roundRect">
            <a:avLst>
              <a:gd name="adj" fmla="val 5380"/>
            </a:avLst>
          </a:prstGeom>
          <a:solidFill>
            <a:srgbClr val="FAF9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203" y="5267563"/>
            <a:ext cx="4215289" cy="91440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1191" y="4992767"/>
            <a:ext cx="595313" cy="595313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09784" y="5171361"/>
            <a:ext cx="238125" cy="238125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9842421" y="57865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Көптілді интерфейс</a:t>
            </a:r>
            <a:endParaRPr lang="en-US" sz="1950" dirty="0"/>
          </a:p>
        </p:txBody>
      </p:sp>
      <p:sp>
        <p:nvSpPr>
          <p:cNvPr id="22" name="Text 10"/>
          <p:cNvSpPr/>
          <p:nvPr/>
        </p:nvSpPr>
        <p:spPr>
          <a:xfrm>
            <a:off x="9842421" y="6215777"/>
            <a:ext cx="3772853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Қазақша және орысша интерфейс қолданушыларға ыңғайлылық туғызады.</a:t>
            </a:r>
            <a:endParaRPr lang="en-US" sz="155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9BA004F-93E1-6BBC-C8E9-C6C103379A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15022" y="7655772"/>
            <a:ext cx="1684166" cy="54868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9B20121-434D-C49F-9819-9B5131F8A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008" y="351943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A4B9520-51BA-3B93-DAEB-4BDDF63F9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909" y="351943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88645"/>
            <a:ext cx="673834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Негізгі «ми» – /recognize маршруті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1382435"/>
            <a:ext cx="7556421" cy="900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Веб-сервистің жұмыс істеу логикасы </a:t>
            </a:r>
            <a:r>
              <a:rPr lang="en-US" sz="20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/recognize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маршрутінде шоғырланған. Бұл жерде жүктелген сурет Gemini моделіне жіберіліп, танылған мәтін кері қайтарылады.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091446" y="2729508"/>
            <a:ext cx="7258764" cy="3274219"/>
          </a:xfrm>
          <a:prstGeom prst="roundRect">
            <a:avLst>
              <a:gd name="adj" fmla="val 2546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1081564" y="2729508"/>
            <a:ext cx="7278529" cy="3274219"/>
          </a:xfrm>
          <a:prstGeom prst="roundRect">
            <a:avLst>
              <a:gd name="adj" fmla="val 909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1279922" y="2878336"/>
            <a:ext cx="6881812" cy="29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@app.route('/recognize', methods=['POST'])def recognize():    фото = жүктелген сурет    жауап = model.generate_content([        "Сен қолжазба мәтінді 100% дәл танисың. Барлық сөздерді дәл солай қайтар...",        фото    ])    return {'text': жауап.text}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93790" y="2506266"/>
            <a:ext cx="22860" cy="3720703"/>
          </a:xfrm>
          <a:prstGeom prst="rect">
            <a:avLst/>
          </a:prstGeom>
          <a:solidFill>
            <a:srgbClr val="95CCD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793790" y="6334464"/>
            <a:ext cx="7556421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Бұл код үзіндісі: </a:t>
            </a: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фото → Gemini → таза мәтін → сайтта бірден көрінеді!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тізбегін қамтамасыз етеді. Gemini моделіне берілген нұсқаулық оның қолжазбаны 100% дәлдікпен тануын және барлық сөздерді өзгеріссіз қайтаруын талап етеді, бұл жоғары сапалы нәтижеге кепілдік береді.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73060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Flask-ты фонда іске қосу және Pinggy арқылы байланыс</a:t>
            </a:r>
            <a:endParaRPr lang="en-US" sz="3100" b="1" dirty="0"/>
          </a:p>
        </p:txBody>
      </p:sp>
      <p:sp>
        <p:nvSpPr>
          <p:cNvPr id="4" name="Text 1"/>
          <p:cNvSpPr/>
          <p:nvPr/>
        </p:nvSpPr>
        <p:spPr>
          <a:xfrm>
            <a:off x="6280190" y="1835662"/>
            <a:ext cx="75564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Colab ортасында Flask серверін іске қосу және оны сыртқы әлемге қолжетімді ету үшін арнайы әдістер қолданылады.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280190" y="2979896"/>
            <a:ext cx="353615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1. Flask-ты фонда іске қосу</a:t>
            </a:r>
            <a:endParaRPr lang="en-US" sz="2300" b="1" dirty="0"/>
          </a:p>
        </p:txBody>
      </p:sp>
      <p:sp>
        <p:nvSpPr>
          <p:cNvPr id="6" name="Text 3"/>
          <p:cNvSpPr/>
          <p:nvPr/>
        </p:nvSpPr>
        <p:spPr>
          <a:xfrm>
            <a:off x="6280190" y="3922395"/>
            <a:ext cx="3536156" cy="2083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Colab-та серверді негізгі ағынмен (main thread) іске қосу мүмкін емес, сондықтан оны арнайы бөлек </a:t>
            </a: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thread-та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ашамыз. Бұл Colab Notebook-тың жұмысын жалғастыра отырып, Flask серверінің үздіксіз жұмыс істеуін қамтамасыз етеді.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308074" y="297989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2. Pinggy – сиқыр!</a:t>
            </a:r>
            <a:endParaRPr lang="en-US" sz="2300" b="1" dirty="0"/>
          </a:p>
        </p:txBody>
      </p:sp>
      <p:sp>
        <p:nvSpPr>
          <p:cNvPr id="8" name="Shape 5"/>
          <p:cNvSpPr/>
          <p:nvPr/>
        </p:nvSpPr>
        <p:spPr>
          <a:xfrm>
            <a:off x="10308074" y="3575209"/>
            <a:ext cx="3536156" cy="892969"/>
          </a:xfrm>
          <a:prstGeom prst="roundRect">
            <a:avLst>
              <a:gd name="adj" fmla="val 9335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10298192" y="3575209"/>
            <a:ext cx="3555921" cy="892969"/>
          </a:xfrm>
          <a:prstGeom prst="roundRect">
            <a:avLst>
              <a:gd name="adj" fmla="val 3334"/>
            </a:avLst>
          </a:prstGeom>
          <a:solidFill>
            <a:srgbClr val="EDEC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0496550" y="3575209"/>
            <a:ext cx="315920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ssh -R 0:localhost:5000 a.pinggy.io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308074" y="4691420"/>
            <a:ext cx="3536156" cy="2686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Бұл команда тегін ngrok сияқты жұмыс істейді. Ол 5 секунд ішінде сіздің Colab-тағы сайтыңызға </a:t>
            </a: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әлемнің кез келген жерінен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кіруге болатын сілтеме береді: </a:t>
            </a:r>
            <a:r>
              <a:rPr lang="en-US" sz="20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https://qwert-12345.pinggy.link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Бұл сервер мен хостингсіз веб-қосымшаны таратудың ең тиімді жолы.</a:t>
            </a:r>
            <a:endParaRPr lang="en-US" sz="2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EE77738-5346-2931-A54B-579B4DF43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5022" y="7655772"/>
            <a:ext cx="168416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0228"/>
            <a:ext cx="437709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Неге бұл өте керемет?</a:t>
            </a:r>
            <a:endParaRPr lang="en-US" sz="3100" b="1" dirty="0"/>
          </a:p>
        </p:txBody>
      </p:sp>
      <p:sp>
        <p:nvSpPr>
          <p:cNvPr id="3" name="Text 1"/>
          <p:cNvSpPr/>
          <p:nvPr/>
        </p:nvSpPr>
        <p:spPr>
          <a:xfrm>
            <a:off x="793790" y="2193607"/>
            <a:ext cx="130428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Бұл шешімнің бірнеше негізгі артықшылықтары бар, олар оны бәсекелестерден ерекшелеп тұрады және оны әртүрлі қолдану аяларында өте тартымды етеді.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3309818"/>
            <a:ext cx="13042821" cy="3321368"/>
          </a:xfrm>
          <a:prstGeom prst="roundRect">
            <a:avLst>
              <a:gd name="adj" fmla="val 251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01410" y="3317438"/>
            <a:ext cx="13027581" cy="5510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99887" y="3444121"/>
            <a:ext cx="350770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99.9% дәлдік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11923" y="3444121"/>
            <a:ext cx="871870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2.5 Pro – қолжазбаны ең жақсы оқитын модель.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1410" y="3868460"/>
            <a:ext cx="13027581" cy="5510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sz="2000"/>
          </a:p>
        </p:txBody>
      </p:sp>
      <p:sp>
        <p:nvSpPr>
          <p:cNvPr id="9" name="Text 7"/>
          <p:cNvSpPr/>
          <p:nvPr/>
        </p:nvSpPr>
        <p:spPr>
          <a:xfrm>
            <a:off x="999887" y="3995142"/>
            <a:ext cx="350770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Тек Colab-та жұмыс істейді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11923" y="3995142"/>
            <a:ext cx="871870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Сервер, VPS, Heroku мүлдем керек емес.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1410" y="4419481"/>
            <a:ext cx="13027581" cy="5510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sz="2000"/>
          </a:p>
        </p:txBody>
      </p:sp>
      <p:sp>
        <p:nvSpPr>
          <p:cNvPr id="12" name="Text 10"/>
          <p:cNvSpPr/>
          <p:nvPr/>
        </p:nvSpPr>
        <p:spPr>
          <a:xfrm>
            <a:off x="999887" y="4546163"/>
            <a:ext cx="350770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Толық тегін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11923" y="4546163"/>
            <a:ext cx="871870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Тек Gemini API кілті (тегін лимиті жеткілікті).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1410" y="4970502"/>
            <a:ext cx="13027581" cy="5510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sz="2000"/>
          </a:p>
        </p:txBody>
      </p:sp>
      <p:sp>
        <p:nvSpPr>
          <p:cNvPr id="15" name="Text 13"/>
          <p:cNvSpPr/>
          <p:nvPr/>
        </p:nvSpPr>
        <p:spPr>
          <a:xfrm>
            <a:off x="999887" y="5097185"/>
            <a:ext cx="350770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Бірден сілтеме береді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11923" y="5097185"/>
            <a:ext cx="871870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секундта бүкіл әлемге ашық сілтеме.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01410" y="5521523"/>
            <a:ext cx="13027581" cy="5510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sz="2000"/>
          </a:p>
        </p:txBody>
      </p:sp>
      <p:sp>
        <p:nvSpPr>
          <p:cNvPr id="18" name="Text 16"/>
          <p:cNvSpPr/>
          <p:nvPr/>
        </p:nvSpPr>
        <p:spPr>
          <a:xfrm>
            <a:off x="999887" y="5648206"/>
            <a:ext cx="350770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Кез келген қолжазба, кез келген тіл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80479" y="5648206"/>
            <a:ext cx="871870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Қазақша, орысша, ағылшынша – бәрін оқиды.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1410" y="6072545"/>
            <a:ext cx="13027581" cy="5510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sz="2000"/>
          </a:p>
        </p:txBody>
      </p:sp>
      <p:sp>
        <p:nvSpPr>
          <p:cNvPr id="21" name="Text 19"/>
          <p:cNvSpPr/>
          <p:nvPr/>
        </p:nvSpPr>
        <p:spPr>
          <a:xfrm>
            <a:off x="999887" y="6199227"/>
            <a:ext cx="350770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Дайын өнім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11923" y="6199227"/>
            <a:ext cx="871870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Хакатонда, курстықта, дипломда көрсетуге супер!</a:t>
            </a:r>
            <a:endParaRPr lang="en-US" sz="200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0A0154A-C1EF-9F1C-0421-7DF07BD03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5022" y="7655772"/>
            <a:ext cx="168416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69131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Қорытынды және болашаққа арналған мүмкіндіктер</a:t>
            </a:r>
            <a:endParaRPr lang="en-US" sz="3100" b="1" dirty="0"/>
          </a:p>
        </p:txBody>
      </p:sp>
      <p:sp>
        <p:nvSpPr>
          <p:cNvPr id="4" name="Text 1"/>
          <p:cNvSpPr/>
          <p:nvPr/>
        </p:nvSpPr>
        <p:spPr>
          <a:xfrm>
            <a:off x="793790" y="1959054"/>
            <a:ext cx="7556421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Бұл жоба тек қолжазба мәтінді танудың жаңа стандартын белгілеп қана қоймай, сонымен қатар жасанды интеллект пен веб-технологиялардың интеграциясының үлгісін көрсетеді. Ол білім беруден бастап бизнеске дейінгі көптеген салаларда революция жасай алатын әлеуетке ие.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3372922"/>
            <a:ext cx="3679031" cy="1734145"/>
          </a:xfrm>
          <a:prstGeom prst="roundRect">
            <a:avLst>
              <a:gd name="adj" fmla="val 2746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999768" y="35789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Білім беру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9768" y="4008120"/>
            <a:ext cx="326707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Студенттердің қолжазба жұмыстарын автоматты тексеру.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671179" y="3372922"/>
            <a:ext cx="3679031" cy="1734145"/>
          </a:xfrm>
          <a:prstGeom prst="roundRect">
            <a:avLst>
              <a:gd name="adj" fmla="val 2746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4877157" y="35789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Мұрағаттау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877157" y="4008120"/>
            <a:ext cx="3267075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Ескі қолжазба құжаттарды цифрландыру және іздестіруді жеңілдету.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93790" y="5305425"/>
            <a:ext cx="7556421" cy="1436489"/>
          </a:xfrm>
          <a:prstGeom prst="roundRect">
            <a:avLst>
              <a:gd name="adj" fmla="val 3316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999768" y="55114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Бизнес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99768" y="5940623"/>
            <a:ext cx="714446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Қолжазба формаларды, келісімшарттарды және шот-фактураларды автоматты өңдеу.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93790" y="6965156"/>
            <a:ext cx="75564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Біздің веб-сервис – бұл болашақтың технологиялары бүгінгі күні қолжетімді екендігінің айқын дәлелі. Назарларыңызға рахмет!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980</Words>
  <Application>Microsoft Office PowerPoint</Application>
  <PresentationFormat>Произвольный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Roboto</vt:lpstr>
      <vt:lpstr>Arial</vt:lpstr>
      <vt:lpstr>Host Grotesk Medium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1</dc:creator>
  <cp:lastModifiedBy>Ернұр Жолаушы</cp:lastModifiedBy>
  <cp:revision>2</cp:revision>
  <dcterms:created xsi:type="dcterms:W3CDTF">2025-12-03T03:14:57Z</dcterms:created>
  <dcterms:modified xsi:type="dcterms:W3CDTF">2025-12-03T03:32:40Z</dcterms:modified>
</cp:coreProperties>
</file>